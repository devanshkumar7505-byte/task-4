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SuperStore Sales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Task 4 – Dashboard Design</a:t>
            </a:r>
          </a:p>
          <a:p>
            <a:r>
              <a:t>Data Analyst Internship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Create an interactive dashboard using Power BI</a:t>
            </a:r>
          </a:p>
          <a:p>
            <a:r>
              <a:t>• Analyze sales, profit, segment, category, and regional performance</a:t>
            </a:r>
          </a:p>
          <a:p>
            <a:r>
              <a:t>• Provide insights for business decision-making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Dataset: SuperStore Sales Dataset</a:t>
            </a:r>
          </a:p>
          <a:p>
            <a:r>
              <a:t>Contains:</a:t>
            </a:r>
          </a:p>
          <a:p>
            <a:r>
              <a:t>• Orders, Sales, Profit</a:t>
            </a:r>
          </a:p>
          <a:p>
            <a:r>
              <a:t>• Ship Mode, Segment, Category, Sub-category</a:t>
            </a:r>
          </a:p>
          <a:p>
            <a:r>
              <a:t>• Customer and Region-level attributes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Total Sales: 1.57M</a:t>
            </a:r>
          </a:p>
          <a:p>
            <a:r>
              <a:t>• Total Profit: 175K</a:t>
            </a:r>
          </a:p>
          <a:p>
            <a:r>
              <a:t>• Total Orders: 22K</a:t>
            </a:r>
          </a:p>
          <a:p>
            <a:r>
              <a:t>• Ship Days: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Your dashboard includes:</a:t>
            </a:r>
          </a:p>
          <a:p>
            <a:r>
              <a:t>• Donut charts for Payment Mode, Segment</a:t>
            </a:r>
          </a:p>
          <a:p>
            <a:r>
              <a:t>• Bar charts for Sub-Category, Category, Ship Mode</a:t>
            </a:r>
          </a:p>
          <a:p>
            <a:r>
              <a:t>• Time-series charts for Monthly Sales &amp; Monthly Profit</a:t>
            </a:r>
          </a:p>
          <a:p>
            <a:r>
              <a:t>• Map visualization for Sales &amp; Profit by State</a:t>
            </a:r>
          </a:p>
          <a:p>
            <a:r>
              <a:t>• Region slicers for interactivity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West Region shows highest contribution</a:t>
            </a:r>
          </a:p>
          <a:p>
            <a:r>
              <a:t>• COD is the most used payment mode</a:t>
            </a:r>
          </a:p>
          <a:p>
            <a:r>
              <a:t>• Sales grow significantly in November–December</a:t>
            </a:r>
          </a:p>
          <a:p>
            <a:r>
              <a:t>• Technology category performs strongly</a:t>
            </a:r>
          </a:p>
          <a:p>
            <a:r>
              <a:t>• Consumer segment contributes the largest share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dashboard provides an interactive and insightful view of business performance, helping stakeholders make data-driven decisions effectively.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73B6F-09A8-BA54-A63F-9C03AD3A1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Screenshot of 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D6FDDED-DED7-9BF5-797F-1D0CC0E78F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8920" y="1600200"/>
            <a:ext cx="8026160" cy="4525963"/>
          </a:xfrm>
        </p:spPr>
      </p:pic>
    </p:spTree>
    <p:extLst>
      <p:ext uri="{BB962C8B-B14F-4D97-AF65-F5344CB8AC3E}">
        <p14:creationId xmlns:p14="http://schemas.microsoft.com/office/powerpoint/2010/main" val="4102326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197</Words>
  <Application>Microsoft Office PowerPoint</Application>
  <PresentationFormat>On-screen Show (4:3)</PresentationFormat>
  <Paragraphs>34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SuperStore Sales Dashboard</vt:lpstr>
      <vt:lpstr>Objective</vt:lpstr>
      <vt:lpstr>Dataset Overview</vt:lpstr>
      <vt:lpstr>Key KPIs</vt:lpstr>
      <vt:lpstr>Dashboard Components</vt:lpstr>
      <vt:lpstr>Key Insights</vt:lpstr>
      <vt:lpstr>Conclusion</vt:lpstr>
      <vt:lpstr>Screenshot of Dashboard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Devansh</dc:creator>
  <cp:keywords/>
  <dc:description>generated using python-pptx</dc:description>
  <cp:lastModifiedBy>Devansh Kumar</cp:lastModifiedBy>
  <cp:revision>2</cp:revision>
  <dcterms:created xsi:type="dcterms:W3CDTF">2013-01-27T09:14:16Z</dcterms:created>
  <dcterms:modified xsi:type="dcterms:W3CDTF">2025-11-18T14:52:00Z</dcterms:modified>
  <cp:category/>
</cp:coreProperties>
</file>